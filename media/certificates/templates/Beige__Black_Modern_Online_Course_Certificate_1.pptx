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Tex Gyre Termes Bold" charset="1" panose="00000800000000000000"/>
      <p:regular r:id="rId7"/>
    </p:embeddedFont>
    <p:embeddedFont>
      <p:font typeface="Tex Gyre Termes Italics" charset="1" panose="00000500000000000000"/>
      <p:regular r:id="rId8"/>
    </p:embeddedFont>
    <p:embeddedFont>
      <p:font typeface="Tex Gyre Termes" charset="1" panose="00000500000000000000"/>
      <p:regular r:id="rId9"/>
    </p:embeddedFont>
    <p:embeddedFont>
      <p:font typeface="Great Vibes" charset="1" panose="02000507080000020002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6137" y="4628897"/>
            <a:ext cx="3162239" cy="2268000"/>
            <a:chOff x="0" y="0"/>
            <a:chExt cx="1133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275" cy="812800"/>
            </a:xfrm>
            <a:custGeom>
              <a:avLst/>
              <a:gdLst/>
              <a:ahLst/>
              <a:cxnLst/>
              <a:rect r="r" b="b" t="t" l="l"/>
              <a:pathLst>
                <a:path h="812800" w="1133275">
                  <a:moveTo>
                    <a:pt x="0" y="0"/>
                  </a:moveTo>
                  <a:lnTo>
                    <a:pt x="1133275" y="0"/>
                  </a:lnTo>
                  <a:lnTo>
                    <a:pt x="1133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F21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33275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77989" y="660170"/>
            <a:ext cx="3162239" cy="2268000"/>
            <a:chOff x="0" y="0"/>
            <a:chExt cx="113327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3275" cy="812800"/>
            </a:xfrm>
            <a:custGeom>
              <a:avLst/>
              <a:gdLst/>
              <a:ahLst/>
              <a:cxnLst/>
              <a:rect r="r" b="b" t="t" l="l"/>
              <a:pathLst>
                <a:path h="812800" w="1133275">
                  <a:moveTo>
                    <a:pt x="0" y="0"/>
                  </a:moveTo>
                  <a:lnTo>
                    <a:pt x="1133275" y="0"/>
                  </a:lnTo>
                  <a:lnTo>
                    <a:pt x="1133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F212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33275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000" y="756000"/>
            <a:ext cx="9180000" cy="6048000"/>
            <a:chOff x="0" y="0"/>
            <a:chExt cx="3289905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9905" cy="2167467"/>
            </a:xfrm>
            <a:custGeom>
              <a:avLst/>
              <a:gdLst/>
              <a:ahLst/>
              <a:cxnLst/>
              <a:rect r="r" b="b" t="t" l="l"/>
              <a:pathLst>
                <a:path h="2167467" w="3289905">
                  <a:moveTo>
                    <a:pt x="0" y="0"/>
                  </a:moveTo>
                  <a:lnTo>
                    <a:pt x="3289905" y="0"/>
                  </a:lnTo>
                  <a:lnTo>
                    <a:pt x="328990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5F5DC"/>
            </a:solidFill>
            <a:ln w="38100" cap="sq">
              <a:solidFill>
                <a:srgbClr val="F5F5D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289905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74358" y="-1496232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127403" y="1198255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37642" y="-313745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6493642" y="6032232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8795403" y="3337745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8005642" y="4849745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rot="0">
            <a:off x="6769989" y="5762897"/>
            <a:ext cx="142118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0">
            <a:off x="2397192" y="5762897"/>
            <a:ext cx="142118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4957994" y="5043500"/>
            <a:ext cx="776013" cy="1403971"/>
          </a:xfrm>
          <a:custGeom>
            <a:avLst/>
            <a:gdLst/>
            <a:ahLst/>
            <a:cxnLst/>
            <a:rect r="r" b="b" t="t" l="l"/>
            <a:pathLst>
              <a:path h="1403971" w="776013">
                <a:moveTo>
                  <a:pt x="0" y="0"/>
                </a:moveTo>
                <a:lnTo>
                  <a:pt x="776012" y="0"/>
                </a:lnTo>
                <a:lnTo>
                  <a:pt x="776012" y="1403970"/>
                </a:lnTo>
                <a:lnTo>
                  <a:pt x="0" y="14039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126934" y="5829572"/>
            <a:ext cx="27072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 spc="175">
                <a:solidFill>
                  <a:srgbClr val="1F2122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CHIDI EZE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26934" y="6047420"/>
            <a:ext cx="27072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i="true" spc="175">
                <a:solidFill>
                  <a:srgbClr val="1F2122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Steering Committee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54137" y="5829572"/>
            <a:ext cx="27072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 spc="175">
                <a:solidFill>
                  <a:srgbClr val="1F2122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AARON LOEB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4137" y="6047420"/>
            <a:ext cx="27072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i="true" spc="175">
                <a:solidFill>
                  <a:srgbClr val="1F2122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Chief Executive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16853" y="3930661"/>
            <a:ext cx="71101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233">
                <a:solidFill>
                  <a:srgbClr val="1F2122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[COURSE]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16853" y="4284674"/>
            <a:ext cx="71101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233">
                <a:solidFill>
                  <a:srgbClr val="1F2122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[Date]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65035" y="1060963"/>
            <a:ext cx="7110112" cy="67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467">
                <a:solidFill>
                  <a:srgbClr val="1F2122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CERTIFICATE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65035" y="1711840"/>
            <a:ext cx="71101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233">
                <a:solidFill>
                  <a:srgbClr val="1F2122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OF COMPLETION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65035" y="2268548"/>
            <a:ext cx="71101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233">
                <a:solidFill>
                  <a:srgbClr val="1F2122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This Is Presented 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6426" y="3576649"/>
            <a:ext cx="8119147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233">
                <a:solidFill>
                  <a:srgbClr val="1F2122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Has successfully completed of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65035" y="2677049"/>
            <a:ext cx="7110112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F2122"/>
                </a:solidFill>
                <a:latin typeface="Great Vibes"/>
                <a:ea typeface="Great Vibes"/>
                <a:cs typeface="Great Vibes"/>
                <a:sym typeface="Great Vibes"/>
              </a:rPr>
              <a:t>[Student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DAG3QFXO3iE</dc:identifier>
  <dcterms:modified xsi:type="dcterms:W3CDTF">2011-08-01T06:04:30Z</dcterms:modified>
  <cp:revision>1</cp:revision>
  <dc:title>Beige &amp; Black Modern Online Course Certificate</dc:title>
</cp:coreProperties>
</file>